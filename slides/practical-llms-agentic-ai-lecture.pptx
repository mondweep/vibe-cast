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Practical LLMs &amp;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0"/>
                </a:solidFill>
                <a:latin typeface="Calibri"/>
              </a:defRPr>
            </a:pPr>
            <a:r>
              <a:t>Guest Lecture  |  University of Greenwich</a:t>
            </a:r>
            <a:br/>
            <a:r>
              <a:t>MSc Data Analytics &amp; Management</a:t>
            </a:r>
            <a:br/>
            <a:br/>
            <a:r>
              <a:t>Mondweep Chakravorty  &amp;  Bence Csernak</a:t>
            </a:r>
            <a:br/>
            <a:r>
              <a:t>Co-Founders, Agentics Foundation — London Chapter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Today's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Part 1    From ML to Agents  (20 min)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Part 2    Architecture of Agent Systems  (20 min)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Part 3    Live Demonstrations  (30-40 min)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Part 4    Governance &amp; Responsible AI  (20 min)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Part 5    The Business Case &amp; Future  (15 min)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Part 6    Q&amp;A &amp; Discussion 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Mondweep Chakravorty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Co-Founder, Agentics Foundation — London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Background: Group Lotus, Jaguar Land Rover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107 GitHub repos spanning agentic AI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CISO London Summit presenter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IC-ETSI 2025 — University of Greenwich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Bence Csernak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Co-Founder, Agentics Foundation — London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[Add Bence's bio details]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You Already Know 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Machine Learning basics  — models learn from data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Prediction  — models generate outputs from inputs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Agency  — the theoretical concept of autonomous action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Today we bridge from theory to the real world: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What happens when you give a model tools, memory, and goals?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ML to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The AI Assistance Spectrum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Autonomy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Suggests completions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Microsoft Copilot (your tool!)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Assistant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Follows instructions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ChatGPT, Claude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Pursues goals autonomously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 Code, Forge agents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Swarm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Coordinated multi-agent teams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Claude-Flow, Agentic QE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What Makes an AI System an Agent?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Tools  —  agents can read files, call APIs, run tests, edit code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Memory  —  agents remember past outcomes and learn from them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Goals  —  agents pursue objectives, not just respond to prompts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Autonomy  —  agents decide their next action without step-by-step instruction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Coordination  —  agents can communicate and collaborate with other agents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Key distinction: reactive tools  vs  proactive agents that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"accomplish goals, align stacked tasks, and complete them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without direct supervision"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The PACT Framework — Classifying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The Four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P — Proactive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  Anticipate issues before they occur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 — Autonomous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  Self-operating with safety mechanisms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C — Collaborative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  Human expertise + AI capabilities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T — Targeted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  Risk-based focus on high-impact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Think: SAE Levels for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Like autonomous vehicle levels (L0-L5),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PACT classifies how autonomous an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AI system is.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Your Copilot experience?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Low P, Low A, Medium C, Low 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 production agent swarm?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High P, High A, High C, High 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Your Copilot Is the 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Microsoft Copilot — you already use it under institutional licensing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Copilot today: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Single-agent assistance  |  Reactive suggestions  |  Human-driven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Where the industry is going: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Multi-agent orchestration  |  Proactive quality  |  Graduated autonomy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The same principles (tools, memory, goals) apply at every scale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Today we'll show you what's possible when you scale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Architecture of Agent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How Agents Work — No Code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Perception  —  Agents read code, APIs, test results, user requirements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Reasoning   —  LLMs process context and decide next actions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Action      —  Agents execute through tools (file editing, API calls, tests)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Memory      —  Agents learn from outcomes and store patterns for reuse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Coordination — Agents communicate via shared memory or direct protocols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Think of it as a team of analysts: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each member has a speciality, shares a project dashboard,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and coordinates through stand-ups and handoffs.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Real Architecture: Claude-Flow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The leading open-source multi-agent orchestration platform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5-Layer Architecture: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1. Entry Layer — CLI and MCP servers with security hardening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2. Routing Layer — Q-Learning routers, 8 mixture-of-experts, 42+ skills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3. Swarm Coordination — hierarchical &amp; peer-to-peer topologies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4. Agent Pool — 60+ specialized agents (coders, testers, reviewers...)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5. Intelligence Layer — self-optimization, vector search, 9 RL algorithms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Claude-Flow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005840"/>
            <a:ext cx="6675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659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659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500K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659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Downloads</a:t>
            </a:r>
            <a:br/>
            <a:r>
              <a:t>worldwide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918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7918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60+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918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Specialized</a:t>
            </a:r>
            <a:br/>
            <a:r>
              <a:t>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177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177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84.8%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177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SWE-Bench</a:t>
            </a:r>
            <a:br/>
            <a:r>
              <a:t>Solve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0436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0436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2.8-4.4x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436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Faster Task</a:t>
            </a:r>
            <a:br/>
            <a:r>
              <a:t>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Agent Specialization —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Forge: autonomous quality engineering with 8 specialized agents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Specification Verifier  — checks requirements (Sonnet)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Test Runner  — executes test suites (Haiku)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Failure Analyzer  — diagnoses what went wrong (Sonnet)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Bug Fixer  — writes the fix (Opus)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Quality Gate Enforcer  — checks all gates pass (Haiku)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Accessibility Auditor  — WCAG compliance (Sonnet)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Auto-Committer  — commits passing code (Haiku)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Learning Optimizer  — improves future runs (Sonnet)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Like a project team — each member matched to the right skill level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The Autonomous Quality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Specify  -&gt;  Test  -&gt;  Analyze  -&gt;  Fix  -&gt;  Audit  -&gt;  Gate  -&gt;  Commit  -&gt;  Learn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This loop runs continuously without human intervention: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Quality is forged in, not bolted 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But humans remain in the loop for: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Strategy and design decisions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Reviewing critical changes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Adjusting confidence thresholds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Overriding agent decisions when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Demonstrations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Demo Lineup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40-Minute App Build (Pre-Route)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agents, 40 min to working app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Speed to market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 Security Audit (MAESTRO)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 vulns in 4 hrs, 16:1 ROI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Governance at speed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 Analytics (Auto-Analyst)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Real-time pricing intelligence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Your domain transformed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Knowledge Graph (LBS)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3,963 nodes enriched for $14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 at minimal cost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WASM Image Filters (Live)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10-50x WASM vs JS speedup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Privacy by design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Assam AI Governance (Live)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20-30 days to 5-7 days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Government transparency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Driftwise (Live)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Voice-first, GPS-triggered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Voice-first AI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40-Minute App Build — Pre-Route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London Agentics Meetup  |  August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github.com/mondweep/london-agentics-meetup-13aug-25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5 specialized agents collaborated: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Coordinator, Research, Backend,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Frontend, Test Engineer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Built a complete traffic monitoring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app for Kent residents in 40 minutes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Express.js + TypeScript backend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with mock Google Maps/TomTom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github.com/mondweep/london-agentics-meetup-13aug-25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What would take weeks, done in under an hour — with quality built 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AI Security Audit — MAESTRO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CISO London Summit  |  Rela8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github.com/mondweep/agentic-ai-security-demo-rela8group-ciso-london-summit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Analysed ElizaOS: 127 files, 42K+ lines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Found 23 vulnerabilities in 4 hours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(vs 15-20 days traditional audit)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3 Critical findings: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Plugin Supply Chain Attack (56/70)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scored highest risk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Cost: $5-15K vs $50-150K traditional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github.com/mondweep/agentic-ai-security-demo-rela8group-ciso-london-summit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Governance and security can be accelerated, not just development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Security Audit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005840"/>
            <a:ext cx="6675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659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659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659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Faster</a:t>
            </a:r>
            <a:br/>
            <a:r>
              <a:t>4 hrs vs 15-20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918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7918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918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Cheaper</a:t>
            </a:r>
            <a:br/>
            <a:r>
              <a:t>$5-15K vs $50-150K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177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177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16:1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177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3-Year ROI</a:t>
            </a:r>
            <a:br/>
            <a:r>
              <a:t>mitigation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0436" y="1645920"/>
            <a:ext cx="25146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0436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436" y="36576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Vulnerabilities</a:t>
            </a:r>
            <a:br/>
            <a:r>
              <a:t>found automatically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AI-Powered Analytics — Auto-Analyst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AI transforming traditional data analytics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github.com/mondweep/Auto-Analyst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Automotive dealership analytics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platform with AI-powered insights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Interactive dashboards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Pricing intelligence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Market opportunity analysis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This is YOUR domain —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data analytics transformed by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github.com/mondweep/Auto-Analyst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AI transforms traditional analytical workflows — and data analysts are best positioned to lead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University Knowledge Graph — LBS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AI-driven content intelligence at minimal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github.com/mondweep/university-pitch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Semantic enrichment of london.edu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3,963 nodes, 3,953 edges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Phases: Crawling -&gt; Domain Modeling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-&gt; Semantic Enrichment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Sentiment analysis, topic extraction,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persona classification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Total cost: ~$14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github.com/mondweep/university-pitch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AI applied to a university — like Greenwich. Near-zero marginal cost for content intelligence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WASM Image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Privacy-first processing — your data never leaves the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https://wasm-tinkering.netlify.app/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Upload an image, apply 10+ filters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JS vs WASM benchmark side-by-side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10-50x performance improvement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with Rust/WASM over JavaScript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ALL processing runs locally —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data never leaves the device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Built with agentic AI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https://wasm-tinkering.netlify.app/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Privacy-by-design and performance optimization are not mutually exclusive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LuitPlayer — Grand Piano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7-agent swarm built a 7-octave piano with sheet music OMR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https://grand-piano-thisismon.netlify.app/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88 keys (C1-B7), 5 timbres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Built by 7-agent Claude Flow swarm: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Coordinator, Frontend, Audio,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OMR, Test, Deploy, Integration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Optical Music Recognition for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Assamese sheet music (Tesseract WASM)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Multi-touch, sustain pedal, mixer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https://grand-piano-thisismon.netlify.app/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Multi-agent collaboration can produce sophisticated creative applications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Kumno — Khasi Travel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AI translation enabling cultural preservation and tourism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https://kumno.netlify.app/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80+ Khasi phrases with phonetic guides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8 categories: Greetings, Taxis,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Markets, Food, Directions...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Bah/Kong honorific toggle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(cultural sensitivity built in)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AI-powered real-time translation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Fully offline-capable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https://kumno.netlify.app/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AI translation bridging language barriers while preserving cultural nuance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Assam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AI for government transparency and anti-fraud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https://assam-ai-usecase-governance-pwa.netlify.app/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Property Registration Digitalization: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20-30 days reduced to 5-7 days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80% remote completion target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Infrastructure Cost Auditing: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AI anomaly detection (Isolation Forest)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Catches 3x cost inflation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  50+ crore INR annual savings target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Trilingual: English, Assamese, Hindi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https://assam-ai-usecase-governance-pwa.netlify.app/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AI applied directly to government governance and transparency — measurable cost savings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DEMO: Driftwise — Discover Interesting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Voice-first, driver-safe AI that transforms commutes into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[Screenshot placeholder]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https://driftwise-discover-interesting-facts.netlify.app/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GPS-triggered historical fact delivery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No user interaction required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Voice-first design — no screen glancing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5-second voice command window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Anti-generic filtering: rejects clichés,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surfaces named individuals, specific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dates, unusual events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  Gemini Live API for real-time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https://driftwise-discover-interesting-facts.netlify.app/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Takeaway:  Voice-first design pattern — responsible AI with driver safety as the primary constraint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Governance &amp; Responsible 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Let's Be Honest — 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Weak business-rule understanding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  Agents can miss domain-specific nuances that humans catch intuitively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Model reliability issues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  LLMs can hallucinate, lose context, or produce inconsistent outputs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Over-engineering tendencies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  Agents sometimes add unnecessary complexity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Severity calibration challenges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  Distinguishing critical issues from minor ones remains difficult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Real maintenance overhead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  Agent systems require monitoring, tuning, and governance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"These are engineering trade-offs, not showstoppers.</a:t>
            </a:r>
            <a:br/>
            <a:r>
              <a:t>Critical thinking — not hype — is what governance requires."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— The honest assessment approach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MAESTRO — 7-Layer Security Framework for Agentic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 Concerns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1. Foundational Models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LLM integrations, inference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Prompt security, model poisoning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 Data Operations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Databases, RAG, vectors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Data leakage, poisoned embeddings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 Agent Frameworks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Orchestration, decision logic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Rogue agents, decision manipulation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4. Deployment &amp; Infra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Runtime, APIs, networking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Unauthorized access, API abuse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5. Evaluations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Logging, monitoring, testing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Blind spots, inadequate audit trails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6. Security &amp; Compliance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Auth, secrets, policies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Credential theft, policy violations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7. Agent Ecosystem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Plugins, actions, tools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Supply chain attacks, malicious plugins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Quality Gates — Guardrails for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7 blocking gates from Forge that agents must pass: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1. Functional Correctness — code compiles and passes unit tests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2. Behavioural Compliance — Gherkin specifications all pass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3. Code Coverage — meets minimum thresholds (85% baseline, 95% critical)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4. Security Violations — no SAST/DAST findings above threshold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5. API Contract Validation — responses match expected contracts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6. Accessibility — WCAG AA compliance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  7. Resilience — chaos testing passes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Agents operate freely within these boundaries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Gates are the governance mechanism, not humans watching every step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Confidence Tiers — Trust Earned Through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How do you know when to trust an agent with more autonomy?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Platinum (10+ successes)  —  fully autonomous operation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Gold (3-9 successes)  —  autonomous with monitoring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Silver (1-2 successes)  —  requires human review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Trust is earned incrementally through empirical evidence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Not assigned by role or assumption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Like vendor performance ratings in procurement —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you wouldn't give a new vendor a £1M contract on day one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TinyDancer — Cost Governance Through Model Routing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0-20 (Simple)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Haiku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Syntax fixes, type additions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20-70 (Standard)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Bug fixes, test generation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70-100 (Complex)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Opus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Architecture, security analysis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Cost Governance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005840"/>
            <a:ext cx="6675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0523" y="1645920"/>
            <a:ext cx="27432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23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23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Token Cost</a:t>
            </a:r>
            <a:br/>
            <a:r>
              <a:t>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645920"/>
            <a:ext cx="27432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Model Tiers</a:t>
            </a:r>
            <a:br/>
            <a:r>
              <a:t>Intelligent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7971" y="1645920"/>
            <a:ext cx="2743200" cy="3657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7971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7971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Multi-Provider</a:t>
            </a:r>
            <a:br/>
            <a:r>
              <a:t>Cost Savings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Human-in-the-Loop — A Design Principle, Not a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Agents augment, never fully replace human judgement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Humans own: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Strategy &amp; design decisions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Critical business-rule validation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Ethical oversight &amp; escalation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Adjusting confidence thresholds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Agents own: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Execution at speed and scale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Pattern recognition across large codebases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Continuous quality monitoring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Routine decision-making within guardrails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"If you were deploying an agentic AI system in your organisation,</a:t>
            </a:r>
            <a:br/>
            <a:r>
              <a:t>what quality gates would you define?"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600"/>
              </a:spcBef>
              <a:defRPr sz="2600" b="0">
                <a:solidFill>
                  <a:srgbClr val="FFFFFF"/>
                </a:solidFill>
                <a:latin typeface="Calibri"/>
              </a:defRPr>
            </a:pPr>
            <a:r>
              <a:t>"How would you measure whether an agent has earned</a:t>
            </a:r>
            <a:br/>
            <a:r>
              <a:t>enough trust for increased autonomy?"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Business Case &amp; Future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ROI Evidence — Numbers You Can Take to a Board Meeting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AI-Driven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Security Audit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15-20 days, $50-150K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hours, $5-15K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96% faster, 90% cheaper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Task Completion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2.8-4.4x faster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 to 340% improvement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Token Costs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75% reduction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Via model routing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Content Enrichment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~$14 for 3,963 nodes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Near-zero marginal cost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App Development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Weeks/months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40 minutes (Pre-Route)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Radical speed to market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Test 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Manual QA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85-95% automated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Quality gates enforce standards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Cross-Industry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Already Happening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Healthcare — diagnostic AI, care coordination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Automotive — pricing intelligence, inventory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Education — recruitment, Socratic tutors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Public Sector — fraud prevention, governance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Security — automated vulnerability assessment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Media — content discovery,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Where It's Going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Single agents -&gt; coordinated swarms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Reactive testing -&gt; proactive quality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Manual governance -&gt; automated compliance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Human-only decisions -&gt; graduated autonomy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Agent-Ready Web (ARW) — websites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designed for agent consumption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A2A protocols — agents from different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  vendors collaborating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Agentic AI Is Already Transforming Universities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Recruitment  —  24/7 digital concierges handling credit evaluations and campus tours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Academic Support  —  Socratic AI tutors generating practice problems in real time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Predictive Intervention  —  identifying struggling students before midterms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Mental Health  —  triage agents offering coping strategies, escalating serious cases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Finance  —  automated invoice processing, grant identification, proposal drafting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Compliance  —  regulatory reporting generating audit-ready documents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"Institutions operationalising AI early will widen their performance gap"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— Inside Higher Ed, January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Your Role as Data Analysts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You are uniquely positioned for this revolution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Your superpowers: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Metrics &amp; measurement — you know how to evaluate effectiveness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Critical analysis — you can spot when AI claims don't hold up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Business context — you bridge technical capability and business value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  Governance thinking — data governance skills transfer directly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The governance challenge needs business-minded people,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  not just engineers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Data analysts will evaluate, govern, and propose agentic AI systems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Q&amp;A &amp; Discussion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Discussion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1.  What business processes in your industry could benefit from agentic AI?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2.  How would you design governance for an agent that manages financial data?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3.  What ethical considerations arise when agents learn from outcomes?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4.  How does your experience with Microsoft Copilot map to the PACT framework?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5.  If you could deploy one agent in your workplace tomorrow, what would it do?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Glossary — Quick Reference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Business-Friendly Definition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 system that pursues goals autonomously — a digital team member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Swarm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Coordinated team of AI agents — a project team with specialized roles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Quality Gate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Checkpoint that work must pass — like approval stages in a process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Confidence Tier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Trust level based on track record — like vendor performance ratings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Model Routing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Directing tasks to right-sized AI — assigning work by complexity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Framework for classifying agent autonomy: Proactive, Autonomous, Collaborative, Targeted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MAESTRO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7-layer security framework for evaluating agentic AI systems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Model Context Protocol — standard way AI agents connect with tools (USB for AI)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Resources &amp;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Open-Source Repos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Claude-Flow — github.com/ruvnet/claude-flow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Forge — github.com/ikennaokpala/forge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Agentic QE — github.com/proffesor-for-testing/agentic-qe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Pre-Route — github.com/mondweep/london-agentics-meetup-13aug-25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MAESTRO Demo — github.com/mondweep/agentic-ai-security-demo...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Auto-Analyst — github.com/mondweep/Auto-Analyst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University KG — github.com/mondweep/university-pitch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Live Demo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WASM Filters — wasm-tinkering.netlify.app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LuitPlayer — grand-piano-thisismon.netlify.app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Kumno — kumno.netlify.app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Assam Gov — assam-ai-usecase-governance-pwa.netlify.app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Driftwise — driftwise-discover-interesting-facts.netlify.app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Frameworks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PACT — forge-quality.dev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Agentic QE — agentic-qe.dev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Agentics Foundation — London 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Co-founded by Mondweep Chakravorty and Bence Csernak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Global chapters: London, Serbia, India (Assam), New Zealand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Partnership with University of Greenwich — IC-ETSI 2025 conference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Regular meetups with hands-on workshops on Agentic Engineering Practices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Hackathons proving the viability of agent-assisted rapid development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Get involved: join our London meetups and hackathons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0"/>
                </a:solidFill>
                <a:latin typeface="Calibri"/>
              </a:defRPr>
            </a:pPr>
            <a:r>
              <a:t>Mondweep Chakravorty  &amp;  Bence Csernak</a:t>
            </a:r>
            <a:br/>
            <a:r>
              <a:t>Co-Founders, Agentics Foundation — London Chapter</a:t>
            </a:r>
            <a:br/>
            <a:br/>
            <a:r>
              <a:t>github.com/mondweep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