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b24b3d6652547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237c3c7a2c4ef9"/>
  </p:sldMasterIdLst>
  <p:sldIdLst>
    <p:sldId xmlns:r="http://schemas.openxmlformats.org/officeDocument/2006/relationships" id="256" r:id="Rc13476462cd24340"/>
    <p:sldId xmlns:r="http://schemas.openxmlformats.org/officeDocument/2006/relationships" id="257" r:id="Rce71591207504714"/>
    <p:sldId xmlns:r="http://schemas.openxmlformats.org/officeDocument/2006/relationships" id="258" r:id="R75ac59c1514c4e05"/>
    <p:sldId xmlns:r="http://schemas.openxmlformats.org/officeDocument/2006/relationships" id="259" r:id="R878790f352694239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37c3c7a2c4ef9" /><Relationship Type="http://schemas.openxmlformats.org/officeDocument/2006/relationships/slide" Target="/ppt/slides/slide1.xml" Id="Rc13476462cd24340" /><Relationship Type="http://schemas.openxmlformats.org/officeDocument/2006/relationships/slide" Target="/ppt/slides/slide2.xml" Id="Rce71591207504714" /><Relationship Type="http://schemas.openxmlformats.org/officeDocument/2006/relationships/slide" Target="/ppt/slides/slide3.xml" Id="R75ac59c1514c4e05" /><Relationship Type="http://schemas.openxmlformats.org/officeDocument/2006/relationships/slide" Target="/ppt/slides/slide4.xml" Id="R878790f352694239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4fc0a4935469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/>
  <p:txStyles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c2b7f072a42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55c6f977347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f62735b004a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ee179d6d045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bg>
        <p:bgPr>
          <a:solidFill xmlns:a="http://schemas.openxmlformats.org/drawingml/2006/main">
            <a:schemeClr val="accent1"/>
          </a:solidFill>
        </p:bgPr>
      </p:bg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828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accent1"/>
                </a:solidFill>
                <a:latin typeface="Montserrat"/>
              </a:rPr>
              <a:t>FINABEO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8229600" cy="27432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5400">
                <a:solidFill>
                  <a:schemeClr val="accen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1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13716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Pain Point: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8763600" cy="13716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Pain Point: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16002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✓ FinOps &amp; Cloud Cost Management (98% Alignment)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8763600" cy="16002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✓ Agentic AI Transformation (Microsoft Framework) (92% Alignment)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Target Market Focus: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2000">
                <a:solidFill>
                  <a:schemeClr val="accent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