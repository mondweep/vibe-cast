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011170c75d849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803683e60f499f"/>
  </p:sldMasterIdLst>
  <p:sldIdLst>
    <p:sldId xmlns:r="http://schemas.openxmlformats.org/officeDocument/2006/relationships" id="256" r:id="R3d00393615f44587"/>
    <p:sldId xmlns:r="http://schemas.openxmlformats.org/officeDocument/2006/relationships" id="257" r:id="Rcd6be295023c4234"/>
    <p:sldId xmlns:r="http://schemas.openxmlformats.org/officeDocument/2006/relationships" id="258" r:id="R958134f71eee40bc"/>
    <p:sldId xmlns:r="http://schemas.openxmlformats.org/officeDocument/2006/relationships" id="259" r:id="Raae85f74d8f94a77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803683e60f499f" /><Relationship Type="http://schemas.openxmlformats.org/officeDocument/2006/relationships/viewProps" Target="/ppt/viewProps.xml" Id="Rdf40acc7a994477f" /><Relationship Type="http://schemas.openxmlformats.org/officeDocument/2006/relationships/presProps" Target="/ppt/presProps.xml" Id="R90fe0ed24ff84a67" /><Relationship Type="http://schemas.openxmlformats.org/officeDocument/2006/relationships/slide" Target="/ppt/slides/slide1.xml" Id="R3d00393615f44587" /><Relationship Type="http://schemas.openxmlformats.org/officeDocument/2006/relationships/slide" Target="/ppt/slides/slide2.xml" Id="Rcd6be295023c4234" /><Relationship Type="http://schemas.openxmlformats.org/officeDocument/2006/relationships/slide" Target="/ppt/slides/slide3.xml" Id="R958134f71eee40bc" /><Relationship Type="http://schemas.openxmlformats.org/officeDocument/2006/relationships/slide" Target="/ppt/slides/slide4.xml" Id="Raae85f74d8f94a7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1a9d15d0a4888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LayoutGroup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4dffb26f16a94ef0" /><Relationship Type="http://schemas.openxmlformats.org/officeDocument/2006/relationships/slideLayout" Target="/ppt/slideLayouts/slideLayout1.xml" Id="Rc1419416f71a410b" /></Relationships>
</file>

<file path=ppt/slideMasters/slideMaster1.xml><?xml version="1.0" encoding="utf-8"?>
<p:sldMaster xmlns:p="http://schemas.openxmlformats.org/presentationml/2006/main">
  <p:cSld>
    <p:spTree>
      <p:nvGrpSpPr>
        <p:cNvPr id="1" name="MasterGroup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419416f71a410b"/>
  </p:sldLayoutIdLst>
  <p:txStyles>
    <p:titleStyle>
      <a:lvl1pPr xmlns:a="http://schemas.openxmlformats.org/drawingml/2006/main">
        <a:defRPr lang="en-US" sz="4400">
          <a:solidFill>
            <a:schemeClr val="tx1"/>
          </a:solidFill>
          <a:latin typeface="Montserrat"/>
        </a:defRPr>
      </a:lvl1pPr>
    </p:titleStyle>
    <p:bodyStyle>
      <a:lvl1pPr xmlns:a="http://schemas.openxmlformats.org/drawingml/2006/main">
        <a:defRPr lang="en-US" sz="1800">
          <a:solidFill>
            <a:schemeClr val="tx1"/>
          </a:solidFill>
          <a:latin typeface="Montserrat"/>
        </a:defRPr>
      </a:lvl1pPr>
    </p:bodyStyle>
    <p:otherStyle>
      <a:lvl1pPr xmlns:a="http://schemas.openxmlformats.org/drawingml/2006/main">
        <a:defRPr lang="en-US" sz="1200">
          <a:solidFill>
            <a:schemeClr val="tx1"/>
          </a:solidFill>
          <a:latin typeface="Montserrat"/>
        </a:defRPr>
      </a:lvl1pPr>
    </p:otherStyle>
  </p:txStyles>
</p:sldMaster>
</file>

<file path=ppt/slideMasters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  <a:endParaRPr lang="en-US"/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Cloud Cost Management Acceleration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  <a:endParaRPr lang="en-US"/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Regulated AI Adoption (Agentic AI)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  <a:endParaRPr lang="en-US"/>
          </a:p>
        </p:txBody>
      </p:sp>
    </p:spTree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FinOps &amp; Cloud Cost Management (98% Fit)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  <a:endParaRPr lang="en-US"/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Agentic AI Transformation (Microsoft Framework) (92% Fit)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  <a:endParaRPr lang="en-US"/>
          </a:p>
        </p:txBody>
      </p:sp>
    </p:spTree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  <a:endParaRPr lang="en-US"/>
          </a:p>
        </p:txBody>
      </p:sp>
    </p:spTree>
  </p:cSld>
</p:sld>
</file>