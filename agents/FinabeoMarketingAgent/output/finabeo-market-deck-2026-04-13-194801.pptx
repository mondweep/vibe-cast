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8af718160a0247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b1c9928a9f4349"/>
  </p:sldMasterIdLst>
  <p:sldIdLst>
    <p:sldId xmlns:r="http://schemas.openxmlformats.org/officeDocument/2006/relationships" id="256" r:id="R93baaa4c3e8f4aa9"/>
    <p:sldId xmlns:r="http://schemas.openxmlformats.org/officeDocument/2006/relationships" id="257" r:id="Rf0e1da3cd083455e"/>
    <p:sldId xmlns:r="http://schemas.openxmlformats.org/officeDocument/2006/relationships" id="258" r:id="R9b71624200ec427c"/>
    <p:sldId xmlns:r="http://schemas.openxmlformats.org/officeDocument/2006/relationships" id="259" r:id="R7b0206a6cc2c4a62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1c9928a9f4349" /><Relationship Type="http://schemas.openxmlformats.org/officeDocument/2006/relationships/viewProps" Target="/ppt/viewProps.xml" Id="R1425883ff83348bd" /><Relationship Type="http://schemas.openxmlformats.org/officeDocument/2006/relationships/presProps" Target="/ppt/presProps.xml" Id="R6acef7e24a8e43e7" /><Relationship Type="http://schemas.openxmlformats.org/officeDocument/2006/relationships/slide" Target="/ppt/slides/slide1.xml" Id="R93baaa4c3e8f4aa9" /><Relationship Type="http://schemas.openxmlformats.org/officeDocument/2006/relationships/slide" Target="/ppt/slides/slide2.xml" Id="Rf0e1da3cd083455e" /><Relationship Type="http://schemas.openxmlformats.org/officeDocument/2006/relationships/slide" Target="/ppt/slides/slide3.xml" Id="R9b71624200ec427c" /><Relationship Type="http://schemas.openxmlformats.org/officeDocument/2006/relationships/slide" Target="/ppt/slides/slide4.xml" Id="R7b0206a6cc2c4a6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0cb8bd3f4e437c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40d07f6374e840a1" /><Relationship Type="http://schemas.openxmlformats.org/officeDocument/2006/relationships/slideLayout" Target="/ppt/slideLayouts/slideLayout1.xml" Id="R010b521d5ec44745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0b521d5ec44745"/>
  </p:sldLayoutIdLst>
  <p:txStyles>
    <p:titleStyle>
      <a:lvl1pPr xmlns:a="http://schemas.openxmlformats.org/drawingml/2006/main">
        <a:defRPr lang="en-US" sz="4400">
          <a:solidFill>
            <a:schemeClr val="tx1"/>
          </a:solidFill>
          <a:latin typeface="Montserrat"/>
        </a:defRPr>
      </a:lvl1pPr>
    </p:titleStyle>
    <p:bodyStyle>
      <a:lvl1pPr xmlns:a="http://schemas.openxmlformats.org/drawingml/2006/main">
        <a:defRPr lang="en-US" sz="1800">
          <a:solidFill>
            <a:schemeClr val="tx1"/>
          </a:solidFill>
          <a:latin typeface="Montserrat"/>
        </a:defRPr>
      </a:lvl1pPr>
    </p:bodyStyle>
    <p:otherStyle>
      <a:lvl1pPr xmlns:a="http://schemas.openxmlformats.org/drawingml/2006/main">
        <a:defRPr lang="en-US" sz="1200">
          <a:solidFill>
            <a:schemeClr val="tx1"/>
          </a:solidFill>
          <a:latin typeface="Montserrat"/>
        </a:defRPr>
      </a:lvl1pPr>
    </p:otherStyle>
  </p:txStyles>
</p:sldMaster>
</file>

<file path=ppt/slideMasters/theme/theme1.xml><?xml version="1.0" encoding="utf-8"?>
<a:theme xmlns:a="http://schemas.openxmlformats.org/drawingml/2006/main" name="Finabeo Standard">
  <a:themeElements>
    <a:clrScheme name="Finabeo Office">
      <a:dk1>
        <a:sysClr val="windowText" lastClr="000000"/>
      </a:dk1>
      <a:lt1>
        <a:sysClr val="window" lastClr="FFFFFF"/>
      </a:lt1>
      <a:dk2>
        <a:srgbClr val="1F4E78"/>
      </a:dk2>
      <a:lt2>
        <a:srgbClr val="E7E6E6"/>
      </a:lt2>
      <a:accent1>
        <a:srgbClr val="003366"/>
      </a:accent1>
      <a:accent2>
        <a:srgbClr val="00B4D8"/>
      </a:accent2>
      <a:accent3>
        <a:srgbClr val="FFB81C"/>
      </a:accent3>
      <a:accent4>
        <a:srgbClr val="A5A5A5"/>
      </a:accent4>
      <a:accent5>
        <a:srgbClr val="264478"/>
      </a:accent5>
      <a:accent6>
        <a:srgbClr val="7E9CC5"/>
      </a:accent6>
      <a:hlink>
        <a:srgbClr val="0563C1"/>
      </a:hlink>
      <a:folHlink>
        <a:srgbClr val="954F72"/>
      </a:folHlink>
    </a:clrScheme>
    <a:fontScheme name="Finabeo Fonts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Finabeo Format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6350" cap="flat" cmpd="sng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</p:bgPr>
    </p:bg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Trend: Cloud Cost Management Acceleration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Trend: Regulated AI Adoption (Agentic AI)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  <a:endParaRPr lang="en-US"/>
          </a:p>
        </p:txBody>
      </p:sp>
    </p:spTree>
  </p:cSld>
</p:sld>
</file>

<file path=ppt/slides/slide3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</p:bgPr>
    </p:bg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Item: FinOps &amp; Cloud Cost Management (98% Fit)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  <a:endParaRPr lang="en-US"/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Item: Agentic AI Transformation (Microsoft Framework) (92% Fit)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  <a:endParaRPr lang="en-US"/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  <a:endParaRPr lang="en-US"/>
          </a:p>
        </p:txBody>
      </p:sp>
    </p:spTree>
  </p:cSld>
</p:sld>
</file>

<file path=ppt/slides/slide4.xml><?xml version="1.0" encoding="utf-8"?>
<p:sld xmlns:p="http://schemas.openxmlformats.org/presentationml/2006/main" showMasterSp="0">
  <p:cSld>
    <p:bg>
      <p:bgPr>
        <a:solidFill xmlns:a="http://schemas.openxmlformats.org/drawingml/2006/main">
          <a:schemeClr val="lt1"/>
        </a:solidFill>
      </p:bgPr>
    </p:bg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  <a:endParaRPr lang="en-US"/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 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  <a:endParaRPr lang="en-US"/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  <a:endParaRPr lang="en-US"/>
          </a:p>
        </p:txBody>
      </p:sp>
    </p:spTree>
  </p:cSld>
</p:sld>
</file>