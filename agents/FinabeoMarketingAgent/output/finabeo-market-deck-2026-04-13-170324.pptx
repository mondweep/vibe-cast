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cd0b7ff3f29431a" /></Relationships>
</file>

<file path=ppt/presentation.xml><?xml version="1.0" encoding="utf-8"?>
<p:presentation xmlns:p="http://schemas.openxmlformats.org/presentationml/2006/main">
  <p:sldSz cx="12192000" cy="6858000" type="screen16x9"/>
  <p:notesSz cx="6858000" cy="9144000"/>
  <p:sldMasterIdLst>
    <p:sldMasterId xmlns:r="http://schemas.openxmlformats.org/officeDocument/2006/relationships" id="2147483648" r:id="R31627d50f5234c0b"/>
  </p:sldMasterIdLst>
  <p:sldIdLst>
    <p:sldId xmlns:r="http://schemas.openxmlformats.org/officeDocument/2006/relationships" id="256" r:id="R040ba328a3a14f0b"/>
    <p:sldId xmlns:r="http://schemas.openxmlformats.org/officeDocument/2006/relationships" id="257" r:id="Rea8762600cb547f7"/>
    <p:sldId xmlns:r="http://schemas.openxmlformats.org/officeDocument/2006/relationships" id="258" r:id="R9a9121ac3b00446c"/>
    <p:sldId xmlns:r="http://schemas.openxmlformats.org/officeDocument/2006/relationships" id="259" r:id="R28e76246d7a94218"/>
  </p:sldIdLst>
</p:presentation>
</file>

<file path=ppt/viewProps.xml><?xml version="1.0" encoding="utf-8"?>
<p:viewPr xmlns:p="http://schemas.openxmlformats.org/presentationml/2006/main">
  <p:normalViewPr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27d50f5234c0b" /><Relationship Type="http://schemas.openxmlformats.org/officeDocument/2006/relationships/viewProps" Target="/ppt/viewProps.xml" Id="R8a8c72453c404e33" /><Relationship Type="http://schemas.openxmlformats.org/officeDocument/2006/relationships/slide" Target="/ppt/slides/slide1.xml" Id="R040ba328a3a14f0b" /><Relationship Type="http://schemas.openxmlformats.org/officeDocument/2006/relationships/slide" Target="/ppt/slides/slide2.xml" Id="Rea8762600cb547f7" /><Relationship Type="http://schemas.openxmlformats.org/officeDocument/2006/relationships/slide" Target="/ppt/slides/slide3.xml" Id="R9a9121ac3b00446c" /><Relationship Type="http://schemas.openxmlformats.org/officeDocument/2006/relationships/slide" Target="/ppt/slides/slide4.xml" Id="R28e76246d7a94218" /></Relationships>
</file>

<file path=ppt/slideLayouts/slideLayout1.xml><?xml version="1.0" encoding="utf-8"?>
<p:sldLayout xmlns:p="http://schemas.openxmlformats.org/presentationml/2006/main">
  <p:cSld>
    <p:spTree>
      <p:nvGrpSpPr>
        <p:cNvPr id="1" name="Group 1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aa3e98f9adba4d1a" /><Relationship Type="http://schemas.openxmlformats.org/officeDocument/2006/relationships/slideLayout" Target="/ppt/slideLayouts/slideLayout1.xml" Id="Rbc7adbaf61df453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7adbaf61df4538"/>
  </p:sldLayoutIdLst>
  <p:txStyles/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393089ed542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224ab328142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44e59ad064c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4216108074f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Title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lt1"/>
                </a:solidFill>
                <a:latin typeface="Montserrat"/>
              </a:rPr>
              <a:t>FINABEO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l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4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Insights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Alignment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FinOps &amp; Cloud Cost Management (98%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Agentic AI Transformation (Microsoft Framework) (92%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Strategy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Target Focus: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