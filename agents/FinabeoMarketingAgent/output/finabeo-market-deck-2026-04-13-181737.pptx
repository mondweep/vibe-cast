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405e4dfaf5e45b5" /></Relationships>
</file>

<file path=ppt/presentation.xml><?xml version="1.0" encoding="utf-8"?>
<p:presentation xmlns:p="http://schemas.openxmlformats.org/presentationml/2006/main">
  <p:sldSz cx="12192000" cy="6858000" type="screen16x9"/>
  <p:notesSz cx="6858000" cy="9144000"/>
  <p:sldMasterIdLst>
    <p:sldMasterId xmlns:r="http://schemas.openxmlformats.org/officeDocument/2006/relationships" id="2147483648" r:id="R4a07f1eb5473487a"/>
  </p:sldMasterIdLst>
  <p:sldIdLst>
    <p:sldId xmlns:r="http://schemas.openxmlformats.org/officeDocument/2006/relationships" id="511" r:id="R3b3557f225754694"/>
    <p:sldId xmlns:r="http://schemas.openxmlformats.org/officeDocument/2006/relationships" id="512" r:id="Rea5c63ea7e0749a6"/>
    <p:sldId xmlns:r="http://schemas.openxmlformats.org/officeDocument/2006/relationships" id="513" r:id="R9bc5f46f42cf40f7"/>
    <p:sldId xmlns:r="http://schemas.openxmlformats.org/officeDocument/2006/relationships" id="514" r:id="R1981cc93bfec4244"/>
  </p:sldIdLst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7f1eb5473487a" /><Relationship Type="http://schemas.openxmlformats.org/officeDocument/2006/relationships/viewProps" Target="/ppt/viewProps.xml" Id="Rca8eb4f5949f47eb" /><Relationship Type="http://schemas.openxmlformats.org/officeDocument/2006/relationships/presProps" Target="/ppt/presProps.xml" Id="Ra79a47dd739c4e60" /><Relationship Type="http://schemas.openxmlformats.org/officeDocument/2006/relationships/slide" Target="/ppt/slides/slide1.xml" Id="R3b3557f225754694" /><Relationship Type="http://schemas.openxmlformats.org/officeDocument/2006/relationships/slide" Target="/ppt/slides/slide2.xml" Id="Rea5c63ea7e0749a6" /><Relationship Type="http://schemas.openxmlformats.org/officeDocument/2006/relationships/slide" Target="/ppt/slides/slide3.xml" Id="R9bc5f46f42cf40f7" /><Relationship Type="http://schemas.openxmlformats.org/officeDocument/2006/relationships/slide" Target="/ppt/slides/slide4.xml" Id="R1981cc93bfec424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2cb2320304499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ea370c06449c4090" /><Relationship Type="http://schemas.openxmlformats.org/officeDocument/2006/relationships/slideLayout" Target="/ppt/slideLayouts/slideLayout1.xml" Id="R782fb096c78144fe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2fb096c78144fe"/>
  </p:sldLayoutIdLst>
  <p:txStyles/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