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a34b64ed16948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85568386a4959"/>
  </p:sldMasterIdLst>
  <p:sldIdLst>
    <p:sldId xmlns:r="http://schemas.openxmlformats.org/officeDocument/2006/relationships" id="256" r:id="R6fa906bdd0c847f6"/>
    <p:sldId xmlns:r="http://schemas.openxmlformats.org/officeDocument/2006/relationships" id="257" r:id="Re8c1884121544d57"/>
    <p:sldId xmlns:r="http://schemas.openxmlformats.org/officeDocument/2006/relationships" id="258" r:id="Rc2524af871db4892"/>
    <p:sldId xmlns:r="http://schemas.openxmlformats.org/officeDocument/2006/relationships" id="259" r:id="R0afb8289dae949d7"/>
  </p:sldIdLst>
  <p:sldSz cx="12192000" cy="6858000" type="screen16x9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eabf0d60447f6" /><Relationship Type="http://schemas.openxmlformats.org/officeDocument/2006/relationships/tableStyles" Target="/ppt/tableStyles.xml" Id="Rfc74277e0c57489f" /><Relationship Type="http://schemas.openxmlformats.org/officeDocument/2006/relationships/slideMaster" Target="/ppt/slideMasters/slideMaster1.xml" Id="Rb0885568386a4959" /><Relationship Type="http://schemas.openxmlformats.org/officeDocument/2006/relationships/viewProps" Target="/ppt/viewProps.xml" Id="R8fb456ab49c74ad7" /><Relationship Type="http://schemas.openxmlformats.org/officeDocument/2006/relationships/presProps" Target="/ppt/presProps.xml" Id="R3901e458a9814626" /><Relationship Type="http://schemas.openxmlformats.org/officeDocument/2006/relationships/slide" Target="/ppt/slides/slide1.xml" Id="R6fa906bdd0c847f6" /><Relationship Type="http://schemas.openxmlformats.org/officeDocument/2006/relationships/slide" Target="/ppt/slides/slide2.xml" Id="Re8c1884121544d57" /><Relationship Type="http://schemas.openxmlformats.org/officeDocument/2006/relationships/slide" Target="/ppt/slides/slide3.xml" Id="Rc2524af871db4892" /><Relationship Type="http://schemas.openxmlformats.org/officeDocument/2006/relationships/slide" Target="/ppt/slides/slide4.xml" Id="R0afb8289dae949d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29328661e4f62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4e278584adb4b62" /><Relationship Type="http://schemas.openxmlformats.org/officeDocument/2006/relationships/slideLayout" Target="/ppt/slideLayouts/slideLayout1.xml" Id="Rea13a3feee394a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3a3feee394a84"/>
  </p:sldLayoutIdLst>
  <p:txStyles>
    <p:titleStyle>
      <a:lvl1pPr xmlns:a="http://schemas.openxmlformats.org/drawingml/2006/main" algn="l">
        <a:defRPr lang="en-US" sz="4400">
          <a:solidFill>
            <a:schemeClr val="tx1"/>
          </a:solidFill>
          <a:latin typeface="Montserrat"/>
        </a:defRPr>
      </a:lvl1pPr>
    </p:titleStyle>
    <p:bodyStyle>
      <a:lvl1pPr xmlns:a="http://schemas.openxmlformats.org/drawingml/2006/main" marL="342900" indent="-342900" algn="l">
        <a:defRPr lang="en-US" sz="1800">
          <a:solidFill>
            <a:schemeClr val="tx1"/>
          </a:solidFill>
          <a:latin typeface="Montserrat"/>
        </a:defRPr>
      </a:lvl1pPr>
    </p:bodyStyle>
    <p:otherStyle>
      <a:lvl1pPr xmlns:a="http://schemas.openxmlformats.org/drawingml/2006/main">
        <a:defRPr lang="en-US" sz="1200">
          <a:solidFill>
            <a:schemeClr val="tx1"/>
          </a:solidFill>
          <a:latin typeface="Montserrat"/>
        </a:defRPr>
      </a:lvl1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6000"/>
            </a:pPr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4400"/>
            </a:pPr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2400"/>
            </a:pPr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4400"/>
            </a:pPr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Trend: Cloud Cost Management Acceleration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Trend: Regulated AI Adoption (Agentic AI)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600"/>
            </a:pPr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4400"/>
            </a:pPr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Item: FinOps &amp; Cloud Cost Management (98% Fit)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Item: Agentic AI Transformation (Microsoft Framework) (92% Fit)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  <a:endParaRPr lang="en-US"/>
          </a:p>
          <a:p xmlns:a="http://schemas.openxmlformats.org/drawingml/2006/main">
            <a:pPr>
              <a:defRPr lang="en-US" sz="1500"/>
            </a:pPr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4400"/>
            </a:pPr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  <a:endParaRPr lang="en-US"/>
          </a:p>
          <a:p xmlns:a="http://schemas.openxmlformats.org/drawingml/2006/main">
            <a:pPr>
              <a:defRPr lang="en-US" sz="1800"/>
            </a:pPr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