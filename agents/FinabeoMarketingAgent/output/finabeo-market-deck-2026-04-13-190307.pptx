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fb40338775842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ffcc2bc5e64b0f"/>
  </p:sldMasterIdLst>
  <p:sldIdLst>
    <p:sldId xmlns:r="http://schemas.openxmlformats.org/officeDocument/2006/relationships" id="256" r:id="R54a10bbec2fc4fe8"/>
    <p:sldId xmlns:r="http://schemas.openxmlformats.org/officeDocument/2006/relationships" id="257" r:id="R4be8ccfbc43f45ed"/>
    <p:sldId xmlns:r="http://schemas.openxmlformats.org/officeDocument/2006/relationships" id="258" r:id="R1a2c9afd884e4bbb"/>
    <p:sldId xmlns:r="http://schemas.openxmlformats.org/officeDocument/2006/relationships" id="259" r:id="R120060b1d4c14b1c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fcc2bc5e64b0f" /><Relationship Type="http://schemas.openxmlformats.org/officeDocument/2006/relationships/viewProps" Target="/ppt/viewProps.xml" Id="R3d154b7359094be6" /><Relationship Type="http://schemas.openxmlformats.org/officeDocument/2006/relationships/presProps" Target="/ppt/presProps.xml" Id="Rdbcc0600d4da4caf" /><Relationship Type="http://schemas.openxmlformats.org/officeDocument/2006/relationships/slide" Target="/ppt/slides/slide1.xml" Id="R54a10bbec2fc4fe8" /><Relationship Type="http://schemas.openxmlformats.org/officeDocument/2006/relationships/slide" Target="/ppt/slides/slide2.xml" Id="R4be8ccfbc43f45ed" /><Relationship Type="http://schemas.openxmlformats.org/officeDocument/2006/relationships/slide" Target="/ppt/slides/slide3.xml" Id="R1a2c9afd884e4bbb" /><Relationship Type="http://schemas.openxmlformats.org/officeDocument/2006/relationships/slide" Target="/ppt/slides/slide4.xml" Id="R120060b1d4c14b1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419a2f0da4869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b2628c1b9804e62" /><Relationship Type="http://schemas.openxmlformats.org/officeDocument/2006/relationships/slideLayout" Target="/ppt/slideLayouts/slideLayout1.xml" Id="R7e74c8e041044aea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74c8e041044aea"/>
  </p:sldLayoutIdLst>
  <p:txStyles>
    <p:titleStyle>
      <a:lvl1pPr xmlns:a="http://schemas.openxmlformats.org/drawingml/2006/main">
        <a:defRPr lang="en-US" sz="4400"/>
      </a:lvl1pPr>
    </p:titleStyle>
    <p:bodyStyle>
      <a:lvl1pPr xmlns:a="http://schemas.openxmlformats.org/drawingml/2006/main">
        <a:defRPr lang="en-US" sz="1800"/>
      </a:lvl1pPr>
    </p:bodyStyle>
    <p:otherStyle>
      <a:lvl1pPr xmlns:a="http://schemas.openxmlformats.org/drawingml/2006/main">
        <a:defRPr lang="en-US" sz="1200"/>
      </a:lvl1pPr>
    </p:otherStyle>
  </p:txStyles>
</p:sldMaster>
</file>

<file path=ppt/slideMasters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Content 4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chemeClr val="lt1"/>
        </a:solidFill>
      </p:bgPr>
    </p:bg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Content 3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