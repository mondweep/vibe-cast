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ba6e7ae99a4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eeed7ddb649f0"/>
  </p:sldMasterIdLst>
  <p:sldIdLst>
    <p:sldId xmlns:r="http://schemas.openxmlformats.org/officeDocument/2006/relationships" id="512" r:id="R8d596cce7ad94403"/>
    <p:sldId xmlns:r="http://schemas.openxmlformats.org/officeDocument/2006/relationships" id="513" r:id="R1847428c43f843d5"/>
    <p:sldId xmlns:r="http://schemas.openxmlformats.org/officeDocument/2006/relationships" id="514" r:id="Rbda83226330f4713"/>
    <p:sldId xmlns:r="http://schemas.openxmlformats.org/officeDocument/2006/relationships" id="515" r:id="R4c119b2395304a8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eeed7ddb649f0" /><Relationship Type="http://schemas.openxmlformats.org/officeDocument/2006/relationships/viewProps" Target="/ppt/viewProps.xml" Id="R0c3e7923458f422d" /><Relationship Type="http://schemas.openxmlformats.org/officeDocument/2006/relationships/presProps" Target="/ppt/presProps.xml" Id="R8ff10e55b77e4632" /><Relationship Type="http://schemas.openxmlformats.org/officeDocument/2006/relationships/slide" Target="/ppt/slides/slide1.xml" Id="R8d596cce7ad94403" /><Relationship Type="http://schemas.openxmlformats.org/officeDocument/2006/relationships/slide" Target="/ppt/slides/slide2.xml" Id="R1847428c43f843d5" /><Relationship Type="http://schemas.openxmlformats.org/officeDocument/2006/relationships/slide" Target="/ppt/slides/slide3.xml" Id="Rbda83226330f4713" /><Relationship Type="http://schemas.openxmlformats.org/officeDocument/2006/relationships/slide" Target="/ppt/slides/slide4.xml" Id="R4c119b2395304a8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a283876924a38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d606f8b00634357" /><Relationship Type="http://schemas.openxmlformats.org/officeDocument/2006/relationships/slideLayout" Target="/ppt/slideLayouts/slideLayout1.xml" Id="R9d73c99778c84a7e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3c99778c84a7e"/>
  </p:sldLayoutIdLst>
  <p:txStyles/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Content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