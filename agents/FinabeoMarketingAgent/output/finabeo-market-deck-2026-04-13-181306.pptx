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adc113e2e28479f" /></Relationships>
</file>

<file path=ppt/presentation.xml><?xml version="1.0" encoding="utf-8"?>
<p:presentation xmlns:p="http://schemas.openxmlformats.org/presentationml/2006/main">
  <p:sldSz cx="12192000" cy="6858000" type="screen16x9"/>
  <p:notesSz cx="6858000" cy="9144000"/>
  <p:sldMasterIdLst>
    <p:sldMasterId xmlns:r="http://schemas.openxmlformats.org/officeDocument/2006/relationships" id="2147483648" r:id="Rbc9e47a4186f4550"/>
  </p:sldMasterIdLst>
  <p:sldIdLst>
    <p:sldId xmlns:r="http://schemas.openxmlformats.org/officeDocument/2006/relationships" id="256" r:id="R796668de3d784b93"/>
    <p:sldId xmlns:r="http://schemas.openxmlformats.org/officeDocument/2006/relationships" id="257" r:id="Rbfb7a97b35d34ca0"/>
    <p:sldId xmlns:r="http://schemas.openxmlformats.org/officeDocument/2006/relationships" id="258" r:id="R93a748e8bbc24649"/>
    <p:sldId xmlns:r="http://schemas.openxmlformats.org/officeDocument/2006/relationships" id="259" r:id="R764a08fb27c244ee"/>
  </p:sldIdLst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e47a4186f4550" /><Relationship Type="http://schemas.openxmlformats.org/officeDocument/2006/relationships/viewProps" Target="/ppt/viewProps.xml" Id="Rf2e565ba019c4aee" /><Relationship Type="http://schemas.openxmlformats.org/officeDocument/2006/relationships/presProps" Target="/ppt/presProps.xml" Id="R962e5e6a69fb4032" /><Relationship Type="http://schemas.openxmlformats.org/officeDocument/2006/relationships/slide" Target="/ppt/slides/slide1.xml" Id="R796668de3d784b93" /><Relationship Type="http://schemas.openxmlformats.org/officeDocument/2006/relationships/slide" Target="/ppt/slides/slide2.xml" Id="Rbfb7a97b35d34ca0" /><Relationship Type="http://schemas.openxmlformats.org/officeDocument/2006/relationships/slide" Target="/ppt/slides/slide3.xml" Id="R93a748e8bbc24649" /><Relationship Type="http://schemas.openxmlformats.org/officeDocument/2006/relationships/slide" Target="/ppt/slides/slide4.xml" Id="R764a08fb27c244e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2c72e55fc4c66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f5d787256034709" /><Relationship Type="http://schemas.openxmlformats.org/officeDocument/2006/relationships/slideLayout" Target="/ppt/slideLayouts/slideLayout1.xml" Id="R2eb39e8b7c1e44c6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b39e8b7c1e44c6"/>
  </p:sldLayoutIdLst>
  <p:txStyles/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a2acc18bf4c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1906fd741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e6c81454043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bf669f99249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