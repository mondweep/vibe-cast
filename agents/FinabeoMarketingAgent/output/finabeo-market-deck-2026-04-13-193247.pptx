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4fd059db74b42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65c921c7b647c3"/>
  </p:sldMasterIdLst>
  <p:sldIdLst>
    <p:sldId xmlns:r="http://schemas.openxmlformats.org/officeDocument/2006/relationships" id="256" r:id="R97cc355213bd4aeb"/>
    <p:sldId xmlns:r="http://schemas.openxmlformats.org/officeDocument/2006/relationships" id="257" r:id="R4f967602457f42e9"/>
    <p:sldId xmlns:r="http://schemas.openxmlformats.org/officeDocument/2006/relationships" id="258" r:id="R51495d1fed614743"/>
    <p:sldId xmlns:r="http://schemas.openxmlformats.org/officeDocument/2006/relationships" id="259" r:id="Re1a451d5c9f54d12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5c921c7b647c3" /><Relationship Type="http://schemas.openxmlformats.org/officeDocument/2006/relationships/viewProps" Target="/ppt/viewProps.xml" Id="Rc65b3710932f4fd9" /><Relationship Type="http://schemas.openxmlformats.org/officeDocument/2006/relationships/presProps" Target="/ppt/presProps.xml" Id="Rd333bee490fd4440" /><Relationship Type="http://schemas.openxmlformats.org/officeDocument/2006/relationships/slide" Target="/ppt/slides/slide1.xml" Id="R97cc355213bd4aeb" /><Relationship Type="http://schemas.openxmlformats.org/officeDocument/2006/relationships/slide" Target="/ppt/slides/slide2.xml" Id="R4f967602457f42e9" /><Relationship Type="http://schemas.openxmlformats.org/officeDocument/2006/relationships/slide" Target="/ppt/slides/slide3.xml" Id="R51495d1fed614743" /><Relationship Type="http://schemas.openxmlformats.org/officeDocument/2006/relationships/slide" Target="/ppt/slides/slide4.xml" Id="Re1a451d5c9f54d1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0119dccd04154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af74a49d235e4e60" /><Relationship Type="http://schemas.openxmlformats.org/officeDocument/2006/relationships/slideLayout" Target="/ppt/slideLayouts/slideLayout1.xml" Id="R4d510b1e9c0a4761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10b1e9c0a4761"/>
  </p:sldLayoutIdLst>
  <p:txStyles>
    <p:titleStyle>
      <a:lvl1pPr xmlns:a="http://schemas.openxmlformats.org/drawingml/2006/main">
        <a:defRPr lang="en-US" sz="4400"/>
      </a:lvl1pPr>
    </p:titleStyle>
    <p:bodyStyle>
      <a:lvl1pPr xmlns:a="http://schemas.openxmlformats.org/drawingml/2006/main">
        <a:defRPr lang="en-US" sz="1800"/>
      </a:lvl1pPr>
    </p:bodyStyle>
    <p:otherStyle>
      <a:lvl1pPr xmlns:a="http://schemas.openxmlformats.org/drawingml/2006/main">
        <a:defRPr lang="en-US" sz="1200"/>
      </a:lvl1pPr>
    </p:otherStyle>
  </p:txStyles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