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07eaa1fdc4043c2" /></Relationships>
</file>

<file path=ppt/presentation.xml><?xml version="1.0" encoding="utf-8"?>
<p:presentation xmlns:p="http://schemas.openxmlformats.org/presentationml/2006/main">
  <p:sldSz cx="12192000" cy="6858000" type="screen16x9"/>
  <p:notesSz cx="6858000" cy="9144000"/>
  <p:sldMasterIdLst>
    <p:sldMasterId xmlns:r="http://schemas.openxmlformats.org/officeDocument/2006/relationships" id="2147483648" r:id="Rd58e267c0a3545ac"/>
  </p:sldMasterIdLst>
  <p:sldIdLst>
    <p:sldId xmlns:r="http://schemas.openxmlformats.org/officeDocument/2006/relationships" id="256" r:id="Rb726612d80314419"/>
    <p:sldId xmlns:r="http://schemas.openxmlformats.org/officeDocument/2006/relationships" id="257" r:id="R2bcf65082b294160"/>
    <p:sldId xmlns:r="http://schemas.openxmlformats.org/officeDocument/2006/relationships" id="258" r:id="R3aa811d494f04aa7"/>
    <p:sldId xmlns:r="http://schemas.openxmlformats.org/officeDocument/2006/relationships" id="259" r:id="R06f30461cf1a4793"/>
  </p:sldIdLst>
</p:presentation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e267c0a3545ac" /><Relationship Type="http://schemas.openxmlformats.org/officeDocument/2006/relationships/viewProps" Target="/ppt/viewProps.xml" Id="R265df2c162874633" /><Relationship Type="http://schemas.openxmlformats.org/officeDocument/2006/relationships/slide" Target="/ppt/slides/slide1.xml" Id="Rb726612d80314419" /><Relationship Type="http://schemas.openxmlformats.org/officeDocument/2006/relationships/slide" Target="/ppt/slides/slide2.xml" Id="R2bcf65082b294160" /><Relationship Type="http://schemas.openxmlformats.org/officeDocument/2006/relationships/slide" Target="/ppt/slides/slide3.xml" Id="R3aa811d494f04aa7" /><Relationship Type="http://schemas.openxmlformats.org/officeDocument/2006/relationships/slide" Target="/ppt/slides/slide4.xml" Id="R06f30461cf1a4793" /></Relationships>
</file>

<file path=ppt/slideLayouts/slideLayout1.xml><?xml version="1.0" encoding="utf-8"?>
<p:sldLayout xmlns:p="http://schemas.openxmlformats.org/presentationml/2006/main">
  <p:cSld>
    <p:spTree>
      <p:nvGrpSpPr>
        <p:cNvPr id="1" name="Group 1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783026131d841c9" /><Relationship Type="http://schemas.openxmlformats.org/officeDocument/2006/relationships/slideLayout" Target="/ppt/slideLayouts/slideLayout1.xml" Id="R27d2b1274bd74be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d2b1274bd74beb"/>
  </p:sldLayoutIdLst>
  <p:txStyles/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b3631440a4f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b2261d82747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35687bf9142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21607645246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accent1"/>
                </a:solidFill>
                <a:latin typeface="Montserrat"/>
              </a:rPr>
              <a:t>FINABEO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accen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1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accent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Text Box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accent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Text 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Text 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accent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