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86a9a73917645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db2e594a5a42ca"/>
  </p:sldMasterIdLst>
  <p:sldIdLst>
    <p:sldId xmlns:r="http://schemas.openxmlformats.org/officeDocument/2006/relationships" id="511" r:id="R05c6e895cc8e4e6c"/>
    <p:sldId xmlns:r="http://schemas.openxmlformats.org/officeDocument/2006/relationships" id="512" r:id="Rbfc4af4d2ec84238"/>
    <p:sldId xmlns:r="http://schemas.openxmlformats.org/officeDocument/2006/relationships" id="513" r:id="Ra8942d40efe34cb6"/>
    <p:sldId xmlns:r="http://schemas.openxmlformats.org/officeDocument/2006/relationships" id="514" r:id="Rfa6155c2c7334956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b2e594a5a42ca" /><Relationship Type="http://schemas.openxmlformats.org/officeDocument/2006/relationships/viewProps" Target="/ppt/viewProps.xml" Id="R059945a39ed840ac" /><Relationship Type="http://schemas.openxmlformats.org/officeDocument/2006/relationships/presProps" Target="/ppt/presProps.xml" Id="Rd35adfdc3619448f" /><Relationship Type="http://schemas.openxmlformats.org/officeDocument/2006/relationships/slide" Target="/ppt/slides/slide1.xml" Id="R05c6e895cc8e4e6c" /><Relationship Type="http://schemas.openxmlformats.org/officeDocument/2006/relationships/slide" Target="/ppt/slides/slide2.xml" Id="Rbfc4af4d2ec84238" /><Relationship Type="http://schemas.openxmlformats.org/officeDocument/2006/relationships/slide" Target="/ppt/slides/slide3.xml" Id="Ra8942d40efe34cb6" /><Relationship Type="http://schemas.openxmlformats.org/officeDocument/2006/relationships/slide" Target="/ppt/slides/slide4.xml" Id="Rfa6155c2c733495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68ec2779a4e20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LayoutGroup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5e2a9b6becd4daa" /><Relationship Type="http://schemas.openxmlformats.org/officeDocument/2006/relationships/slideLayout" Target="/ppt/slideLayouts/slideLayout1.xml" Id="Re03854d2b9904f52" /></Relationships>
</file>

<file path=ppt/slideMasters/slideMaster1.xml><?xml version="1.0" encoding="utf-8"?>
<p:sldMaster xmlns:p="http://schemas.openxmlformats.org/presentationml/2006/main">
  <p:cSld>
    <p:spTree>
      <p:nvGrpSpPr>
        <p:cNvPr id="1" name="MasterGroup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3854d2b9904f52"/>
  </p:sldLayoutIdLst>
  <p:txStyles/>
</p:sldMaster>
</file>

<file path=ppt/slideMasters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