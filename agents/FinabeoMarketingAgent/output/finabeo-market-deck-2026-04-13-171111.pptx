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52edeb62734913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32a1eac76ece4e17"/>
  </p:sldMasterIdLst>
  <p:sldIdLst>
    <p:sldId xmlns:r="http://schemas.openxmlformats.org/officeDocument/2006/relationships" id="256" r:id="R7383c6a562334d02"/>
    <p:sldId xmlns:r="http://schemas.openxmlformats.org/officeDocument/2006/relationships" id="257" r:id="R3c7625851605438b"/>
    <p:sldId xmlns:r="http://schemas.openxmlformats.org/officeDocument/2006/relationships" id="258" r:id="Rb8ed2881cfc94c37"/>
    <p:sldId xmlns:r="http://schemas.openxmlformats.org/officeDocument/2006/relationships" id="259" r:id="R9fade10c4cbd4aaf"/>
  </p:sldIdLst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1eac76ece4e17" /><Relationship Type="http://schemas.openxmlformats.org/officeDocument/2006/relationships/viewProps" Target="/ppt/viewProps.xml" Id="R478ca5de5e58432f" /><Relationship Type="http://schemas.openxmlformats.org/officeDocument/2006/relationships/presProps" Target="/ppt/presProps.xml" Id="Raa9d378f4af241a9" /><Relationship Type="http://schemas.openxmlformats.org/officeDocument/2006/relationships/slide" Target="/ppt/slides/slide1.xml" Id="R7383c6a562334d02" /><Relationship Type="http://schemas.openxmlformats.org/officeDocument/2006/relationships/slide" Target="/ppt/slides/slide2.xml" Id="R3c7625851605438b" /><Relationship Type="http://schemas.openxmlformats.org/officeDocument/2006/relationships/slide" Target="/ppt/slides/slide3.xml" Id="Rb8ed2881cfc94c37" /><Relationship Type="http://schemas.openxmlformats.org/officeDocument/2006/relationships/slide" Target="/ppt/slides/slide4.xml" Id="R9fade10c4cbd4aa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6672a367a40ac" /></Relationships>
</file>

<file path=ppt/slideLayouts/slideLayout1.xml><?xml version="1.0" encoding="utf-8"?>
<p:sldLayout xmlns:p="http://schemas.openxmlformats.org/presentationml/2006/main">
  <p:cSld>
    <p:spTree>
      <p:nvGrpSpPr>
        <p:cNvPr id="1" name="LayoutGroup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314c1fe4f7844793" /><Relationship Type="http://schemas.openxmlformats.org/officeDocument/2006/relationships/slideLayout" Target="/ppt/slideLayouts/slideLayout1.xml" Id="Re5fc675338d14992" /></Relationships>
</file>

<file path=ppt/slideMasters/slideMaster1.xml><?xml version="1.0" encoding="utf-8"?>
<p:sldMaster xmlns:p="http://schemas.openxmlformats.org/presentationml/2006/main">
  <p:cSld>
    <p:spTree>
      <p:nvGrpSpPr>
        <p:cNvPr id="1" name="MasterGroup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fc675338d14992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1163f020141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c4853578249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c858562c6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c7192c97248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