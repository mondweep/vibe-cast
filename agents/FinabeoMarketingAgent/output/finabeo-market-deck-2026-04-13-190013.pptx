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26664db840a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58093b0e64006"/>
  </p:sldMasterIdLst>
  <p:sldIdLst>
    <p:sldId xmlns:r="http://schemas.openxmlformats.org/officeDocument/2006/relationships" id="256" r:id="R8026963d65e4440f"/>
    <p:sldId xmlns:r="http://schemas.openxmlformats.org/officeDocument/2006/relationships" id="257" r:id="R0c183fa9b49649af"/>
    <p:sldId xmlns:r="http://schemas.openxmlformats.org/officeDocument/2006/relationships" id="258" r:id="R49e5658e765a4fac"/>
    <p:sldId xmlns:r="http://schemas.openxmlformats.org/officeDocument/2006/relationships" id="259" r:id="Rdb8f5aa4180b4704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58093b0e64006" /><Relationship Type="http://schemas.openxmlformats.org/officeDocument/2006/relationships/viewProps" Target="/ppt/viewProps.xml" Id="R3161a76036824225" /><Relationship Type="http://schemas.openxmlformats.org/officeDocument/2006/relationships/presProps" Target="/ppt/presProps.xml" Id="R80bc0fee95b74387" /><Relationship Type="http://schemas.openxmlformats.org/officeDocument/2006/relationships/slide" Target="/ppt/slides/slide1.xml" Id="R8026963d65e4440f" /><Relationship Type="http://schemas.openxmlformats.org/officeDocument/2006/relationships/slide" Target="/ppt/slides/slide2.xml" Id="R0c183fa9b49649af" /><Relationship Type="http://schemas.openxmlformats.org/officeDocument/2006/relationships/slide" Target="/ppt/slides/slide3.xml" Id="R49e5658e765a4fac" /><Relationship Type="http://schemas.openxmlformats.org/officeDocument/2006/relationships/slide" Target="/ppt/slides/slide4.xml" Id="Rdb8f5aa4180b470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09c759f9844f8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3db7ec2a9454473" /><Relationship Type="http://schemas.openxmlformats.org/officeDocument/2006/relationships/slideLayout" Target="/ppt/slideLayouts/slideLayout1.xml" Id="Ra443158982694e5d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43158982694e5d"/>
  </p:sldLayoutIdLst>
  <p:txStyles/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