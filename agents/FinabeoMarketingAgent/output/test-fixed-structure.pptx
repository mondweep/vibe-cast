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viewProps" Target="viewProps.xml"/>
  <Relationship Id="rId7" Type="http://schemas.openxmlformats.org/officeDocument/2006/relationships/presProps" Target="presProps.xml"/>
  <Relationship Id="rId8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LayoutGroup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MasterGroup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>
    <p:titleStyle>
      <a:lvl1pPr>
        <a:defRPr lang="en-US" sz="4400">
          <a:solidFill>
            <a:schemeClr val="tx1"/>
          </a:solidFill>
          <a:latin typeface="Montserrat"/>
        </a:defRPr>
      </a:lvl1pPr>
    </p:titleStyle>
    <p:bodyStyle>
      <a:lvl1pPr>
        <a:defRPr lang="en-US" sz="1800">
          <a:solidFill>
            <a:schemeClr val="tx1"/>
          </a:solidFill>
          <a:latin typeface="Montserrat"/>
        </a:defRPr>
      </a:lvl1pPr>
    </p:bodyStyle>
    <p:otherStyle>
      <a:lvl1pPr>
        <a:defRPr lang="en-US" sz="1200">
          <a:solidFill>
            <a:schemeClr val="tx1"/>
          </a:solidFill>
          <a:latin typeface="Montserra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TitleGroup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lt1"/>
                </a:solidFill>
                <a:latin typeface="Montserrat"/>
              </a:rPr>
              <a:t>FINABEO</a:t>
            </a:r>
            <a:endParaRPr lang="en-US"/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lt1"/>
                </a:solidFill>
                <a:latin typeface="Montserrat"/>
              </a:rPr>
              <a:t>Finabeo: Market-Service Alignment</a:t>
            </a:r>
            <a:endParaRPr lang="en-US"/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4"/>
                </a:solidFill>
                <a:latin typeface="Montserrat"/>
              </a:rPr>
              <a:t>April 13, 2026</a:t>
            </a:r>
            <a:endParaRPr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InsightsGroup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  <a:endParaRPr lang="en-US"/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Trend: Cloud Cost Management Acceleration</a:t>
            </a:r>
            <a:endParaRPr lang="en-US"/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Trend: Regulated AI Adoption (Agentic AI)</a:t>
            </a:r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AlignmentGroup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  <a:endParaRPr lang="en-US"/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FinOps &amp; Cloud Cost Management (98% Fit)</a:t>
            </a:r>
            <a:endParaRPr lang="en-US"/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Agentic AI Transformation (92% Fit)</a:t>
            </a:r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StrategyGroup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  <a:endParaRPr lang="en-US"/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Target Focus: Enterprise reach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Finabeo Standard">
  <a:themeElements>
    <a:clrScheme name="Finabeo Office">
      <a:dk1>
        <a:sysClr val="windowText" lastClr="000000"/>
      </a:dk1>
      <a:lt1>
        <a:sysClr val="window" lastClr="FFFFFF"/>
      </a:lt1>
      <a:dk2>
        <a:srgbClr val="1F4E78"/>
      </a:dk2>
      <a:lt2>
        <a:srgbClr val="E7E6E6"/>
      </a:lt2>
      <a:accent1>
        <a:srgbClr val="003366"/>
      </a:accent1>
      <a:accent2>
        <a:srgbClr val="00B4D8"/>
      </a:accent2>
      <a:accent3>
        <a:srgbClr val="FFB81C"/>
      </a:accent3>
      <a:accent4>
        <a:srgbClr val="A5A5A5"/>
      </a:accent4>
      <a:accent5>
        <a:srgbClr val="264478"/>
      </a:accent5>
      <a:accent6>
        <a:srgbClr val="7E9CC5"/>
      </a:accent6>
      <a:hlink>
        <a:srgbClr val="0563C1"/>
      </a:hlink>
      <a:folHlink>
        <a:srgbClr val="954F72"/>
      </a:folHlink>
    </a:clrScheme>
    <a:fontScheme name="Finabeo Font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Finabeo Format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