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02bb1543ae741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536fe246e647f6"/>
  </p:sldMasterIdLst>
  <p:sldIdLst>
    <p:sldId xmlns:r="http://schemas.openxmlformats.org/officeDocument/2006/relationships" id="256" r:id="Rb2b1d2d6e2fc4397"/>
    <p:sldId xmlns:r="http://schemas.openxmlformats.org/officeDocument/2006/relationships" id="257" r:id="R30369fcf122d4f95"/>
    <p:sldId xmlns:r="http://schemas.openxmlformats.org/officeDocument/2006/relationships" id="258" r:id="Re63f63d0335b4b75"/>
    <p:sldId xmlns:r="http://schemas.openxmlformats.org/officeDocument/2006/relationships" id="259" r:id="R2d7955312a8d4c08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36fe246e647f6" /><Relationship Type="http://schemas.openxmlformats.org/officeDocument/2006/relationships/slide" Target="/ppt/slides/slide1.xml" Id="Rb2b1d2d6e2fc4397" /><Relationship Type="http://schemas.openxmlformats.org/officeDocument/2006/relationships/slide" Target="/ppt/slides/slide2.xml" Id="R30369fcf122d4f95" /><Relationship Type="http://schemas.openxmlformats.org/officeDocument/2006/relationships/slide" Target="/ppt/slides/slide3.xml" Id="Re63f63d0335b4b75" /><Relationship Type="http://schemas.openxmlformats.org/officeDocument/2006/relationships/slide" Target="/ppt/slides/slide4.xml" Id="R2d7955312a8d4c08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1086a03862e4c5d" /><Relationship Type="http://schemas.openxmlformats.org/officeDocument/2006/relationships/slideLayout" Target="/ppt/slideLayouts/slideLayout1.xml" Id="R26256e0b85a3477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56e0b85a34772"/>
  </p:sldLayoutIdLst>
  <p:txStyles/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897d5ba7e48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4174477d54e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325edf32044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fee67f00348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bg>
        <p:bgPr>
          <a:solidFill xmlns:a="http://schemas.openxmlformats.org/drawingml/2006/main">
            <a:schemeClr val="accent1"/>
          </a:solidFill>
        </p:bgPr>
      </p:bg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accent1"/>
                </a:solidFill>
                <a:latin typeface="Montserrat"/>
              </a:rPr>
              <a:t>FINABEO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accen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1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