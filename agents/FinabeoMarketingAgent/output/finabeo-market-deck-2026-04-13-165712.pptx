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2937cf4ef724937" /></Relationships>
</file>

<file path=ppt/presentation.xml><?xml version="1.0" encoding="utf-8"?>
<p:presentation xmlns:p="http://schemas.openxmlformats.org/presentationml/2006/main">
  <p:sldSz cx="12192000" cy="6858000" type="screen16x9"/>
  <p:notesSz cx="6858000" cy="9144000"/>
  <p:sldMasterIdLst>
    <p:sldMasterId xmlns:r="http://schemas.openxmlformats.org/officeDocument/2006/relationships" id="2147483648" r:id="Rd2a85520542140ab"/>
  </p:sldMasterIdLst>
  <p:sldIdLst>
    <p:sldId xmlns:r="http://schemas.openxmlformats.org/officeDocument/2006/relationships" id="256" r:id="Rea00d83614734f44"/>
    <p:sldId xmlns:r="http://schemas.openxmlformats.org/officeDocument/2006/relationships" id="257" r:id="Rc76289debd8243f8"/>
    <p:sldId xmlns:r="http://schemas.openxmlformats.org/officeDocument/2006/relationships" id="258" r:id="R6c9373b5862f4663"/>
    <p:sldId xmlns:r="http://schemas.openxmlformats.org/officeDocument/2006/relationships" id="259" r:id="Rbacdb5202c694f56"/>
  </p:sldIdLst>
</p:presentation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85520542140ab" /><Relationship Type="http://schemas.openxmlformats.org/officeDocument/2006/relationships/viewProps" Target="/ppt/viewProps.xml" Id="Rb64bfa2f7e884671" /><Relationship Type="http://schemas.openxmlformats.org/officeDocument/2006/relationships/slide" Target="/ppt/slides/slide1.xml" Id="Rea00d83614734f44" /><Relationship Type="http://schemas.openxmlformats.org/officeDocument/2006/relationships/slide" Target="/ppt/slides/slide2.xml" Id="Rc76289debd8243f8" /><Relationship Type="http://schemas.openxmlformats.org/officeDocument/2006/relationships/slide" Target="/ppt/slides/slide3.xml" Id="R6c9373b5862f4663" /><Relationship Type="http://schemas.openxmlformats.org/officeDocument/2006/relationships/slide" Target="/ppt/slides/slide4.xml" Id="Rbacdb5202c694f56" /></Relationships>
</file>

<file path=ppt/slideLayouts/slideLayout1.xml><?xml version="1.0" encoding="utf-8"?>
<p:sldLayout xmlns:p="http://schemas.openxmlformats.org/presentationml/2006/main">
  <p:cSld>
    <p:spTree>
      <p:nvGrpSpPr>
        <p:cNvPr id="1" name="Group 1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bc239e935b94e90" /><Relationship Type="http://schemas.openxmlformats.org/officeDocument/2006/relationships/slideLayout" Target="/ppt/slideLayouts/slideLayout1.xml" Id="R8660d65f0152491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0d65f01524917"/>
  </p:sldLayoutIdLst>
  <p:txStyles/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0ece5fa3440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5cc5fbf1a49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201a9b0f84f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2c2ac8efe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accent1"/>
                </a:solidFill>
                <a:latin typeface="Montserrat"/>
              </a:rPr>
              <a:t>FINABEO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accen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1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